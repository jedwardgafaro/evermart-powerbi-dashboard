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9" r:id="rId5"/>
    <p:sldId id="270" r:id="rId6"/>
    <p:sldId id="271" r:id="rId7"/>
    <p:sldId id="272" r:id="rId8"/>
    <p:sldId id="266" r:id="rId9"/>
    <p:sldId id="259" r:id="rId10"/>
    <p:sldId id="263" r:id="rId11"/>
    <p:sldId id="265" r:id="rId12"/>
    <p:sldId id="267" r:id="rId13"/>
    <p:sldId id="260" r:id="rId14"/>
    <p:sldId id="264" r:id="rId15"/>
    <p:sldId id="261" r:id="rId16"/>
    <p:sldId id="262" r:id="rId1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HON EDWARD GAFARO NIETO" userId="46033ae53b3580fd" providerId="LiveId" clId="{FC2BAC87-FCC3-46CB-950F-979A7C499745}"/>
    <pc:docChg chg="undo custSel addSld delSld modSld sldOrd">
      <pc:chgData name="JHON EDWARD GAFARO NIETO" userId="46033ae53b3580fd" providerId="LiveId" clId="{FC2BAC87-FCC3-46CB-950F-979A7C499745}" dt="2026-04-13T17:48:47.534" v="764" actId="1076"/>
      <pc:docMkLst>
        <pc:docMk/>
      </pc:docMkLst>
      <pc:sldChg chg="addSp delSp modSp mod modMedia setBg delAnim setClrOvrMap">
        <pc:chgData name="JHON EDWARD GAFARO NIETO" userId="46033ae53b3580fd" providerId="LiveId" clId="{FC2BAC87-FCC3-46CB-950F-979A7C499745}" dt="2026-03-21T10:48:12.685" v="356" actId="114"/>
        <pc:sldMkLst>
          <pc:docMk/>
          <pc:sldMk cId="3214639050" sldId="256"/>
        </pc:sldMkLst>
        <pc:spChg chg="mod">
          <ac:chgData name="JHON EDWARD GAFARO NIETO" userId="46033ae53b3580fd" providerId="LiveId" clId="{FC2BAC87-FCC3-46CB-950F-979A7C499745}" dt="2026-03-21T10:47:43.357" v="351" actId="207"/>
          <ac:spMkLst>
            <pc:docMk/>
            <pc:sldMk cId="3214639050" sldId="256"/>
            <ac:spMk id="2" creationId="{2CD6CA4C-C159-9B7A-A785-C8409088E03B}"/>
          </ac:spMkLst>
        </pc:spChg>
        <pc:spChg chg="mod">
          <ac:chgData name="JHON EDWARD GAFARO NIETO" userId="46033ae53b3580fd" providerId="LiveId" clId="{FC2BAC87-FCC3-46CB-950F-979A7C499745}" dt="2026-03-21T10:48:12.685" v="356" actId="114"/>
          <ac:spMkLst>
            <pc:docMk/>
            <pc:sldMk cId="3214639050" sldId="256"/>
            <ac:spMk id="4" creationId="{3D726E49-3E80-8CFA-BE7B-F15D31AE90D0}"/>
          </ac:spMkLst>
        </pc:spChg>
      </pc:sldChg>
      <pc:sldChg chg="modSp mod">
        <pc:chgData name="JHON EDWARD GAFARO NIETO" userId="46033ae53b3580fd" providerId="LiveId" clId="{FC2BAC87-FCC3-46CB-950F-979A7C499745}" dt="2026-03-23T15:48:06.899" v="734" actId="20577"/>
        <pc:sldMkLst>
          <pc:docMk/>
          <pc:sldMk cId="1872005226" sldId="257"/>
        </pc:sldMkLst>
        <pc:spChg chg="mod">
          <ac:chgData name="JHON EDWARD GAFARO NIETO" userId="46033ae53b3580fd" providerId="LiveId" clId="{FC2BAC87-FCC3-46CB-950F-979A7C499745}" dt="2026-03-21T10:48:25.062" v="357" actId="207"/>
          <ac:spMkLst>
            <pc:docMk/>
            <pc:sldMk cId="1872005226" sldId="257"/>
            <ac:spMk id="2" creationId="{AABEE378-895E-C334-E87B-551796A5EADE}"/>
          </ac:spMkLst>
        </pc:spChg>
        <pc:spChg chg="mod">
          <ac:chgData name="JHON EDWARD GAFARO NIETO" userId="46033ae53b3580fd" providerId="LiveId" clId="{FC2BAC87-FCC3-46CB-950F-979A7C499745}" dt="2026-03-23T15:48:06.899" v="734" actId="20577"/>
          <ac:spMkLst>
            <pc:docMk/>
            <pc:sldMk cId="1872005226" sldId="257"/>
            <ac:spMk id="3" creationId="{A54DA813-B374-1A4C-9AAA-9ABA979C5087}"/>
          </ac:spMkLst>
        </pc:spChg>
      </pc:sldChg>
      <pc:sldChg chg="addSp delSp modSp mod setBg">
        <pc:chgData name="JHON EDWARD GAFARO NIETO" userId="46033ae53b3580fd" providerId="LiveId" clId="{FC2BAC87-FCC3-46CB-950F-979A7C499745}" dt="2026-03-23T09:17:29.037" v="545" actId="1076"/>
        <pc:sldMkLst>
          <pc:docMk/>
          <pc:sldMk cId="2262917290" sldId="258"/>
        </pc:sldMkLst>
        <pc:spChg chg="mod">
          <ac:chgData name="JHON EDWARD GAFARO NIETO" userId="46033ae53b3580fd" providerId="LiveId" clId="{FC2BAC87-FCC3-46CB-950F-979A7C499745}" dt="2026-03-23T09:17:29.037" v="545" actId="1076"/>
          <ac:spMkLst>
            <pc:docMk/>
            <pc:sldMk cId="2262917290" sldId="258"/>
            <ac:spMk id="2" creationId="{001D7369-4008-3BAA-72B2-3D72BE4DD54F}"/>
          </ac:spMkLst>
        </pc:spChg>
        <pc:grpChg chg="add">
          <ac:chgData name="JHON EDWARD GAFARO NIETO" userId="46033ae53b3580fd" providerId="LiveId" clId="{FC2BAC87-FCC3-46CB-950F-979A7C499745}" dt="2026-03-20T11:40:10.296" v="254" actId="26606"/>
          <ac:grpSpMkLst>
            <pc:docMk/>
            <pc:sldMk cId="2262917290" sldId="258"/>
            <ac:grpSpMk id="11" creationId="{6258F736-B256-8039-9DC6-F4E49A5C5AD5}"/>
          </ac:grpSpMkLst>
        </pc:grpChg>
      </pc:sldChg>
      <pc:sldChg chg="addSp modSp mod setBg">
        <pc:chgData name="JHON EDWARD GAFARO NIETO" userId="46033ae53b3580fd" providerId="LiveId" clId="{FC2BAC87-FCC3-46CB-950F-979A7C499745}" dt="2026-03-21T11:10:22.677" v="498" actId="123"/>
        <pc:sldMkLst>
          <pc:docMk/>
          <pc:sldMk cId="2531792369" sldId="259"/>
        </pc:sldMkLst>
        <pc:spChg chg="mod">
          <ac:chgData name="JHON EDWARD GAFARO NIETO" userId="46033ae53b3580fd" providerId="LiveId" clId="{FC2BAC87-FCC3-46CB-950F-979A7C499745}" dt="2026-03-21T10:52:43.890" v="427" actId="1076"/>
          <ac:spMkLst>
            <pc:docMk/>
            <pc:sldMk cId="2531792369" sldId="259"/>
            <ac:spMk id="2" creationId="{D4E9F465-B2F7-7F7E-43BE-587684DA3BA9}"/>
          </ac:spMkLst>
        </pc:spChg>
        <pc:spChg chg="mod">
          <ac:chgData name="JHON EDWARD GAFARO NIETO" userId="46033ae53b3580fd" providerId="LiveId" clId="{FC2BAC87-FCC3-46CB-950F-979A7C499745}" dt="2026-03-21T11:10:22.677" v="498" actId="123"/>
          <ac:spMkLst>
            <pc:docMk/>
            <pc:sldMk cId="2531792369" sldId="259"/>
            <ac:spMk id="3" creationId="{3DB3E856-189C-C545-44C9-09C83DA556FF}"/>
          </ac:spMkLst>
        </pc:spChg>
        <pc:grpChg chg="add">
          <ac:chgData name="JHON EDWARD GAFARO NIETO" userId="46033ae53b3580fd" providerId="LiveId" clId="{FC2BAC87-FCC3-46CB-950F-979A7C499745}" dt="2026-03-20T11:40:21.092" v="255" actId="26606"/>
          <ac:grpSpMkLst>
            <pc:docMk/>
            <pc:sldMk cId="2531792369" sldId="259"/>
            <ac:grpSpMk id="15" creationId="{6258F736-B256-8039-9DC6-F4E49A5C5AD5}"/>
          </ac:grpSpMkLst>
        </pc:grpChg>
        <pc:picChg chg="add mod modCrop">
          <ac:chgData name="JHON EDWARD GAFARO NIETO" userId="46033ae53b3580fd" providerId="LiveId" clId="{FC2BAC87-FCC3-46CB-950F-979A7C499745}" dt="2026-03-21T10:50:29.610" v="370" actId="1076"/>
          <ac:picMkLst>
            <pc:docMk/>
            <pc:sldMk cId="2531792369" sldId="259"/>
            <ac:picMk id="10" creationId="{53D3B183-9EF3-EA2F-688F-3AF1381A036C}"/>
          </ac:picMkLst>
        </pc:picChg>
      </pc:sldChg>
      <pc:sldChg chg="addSp delSp modSp mod setBg">
        <pc:chgData name="JHON EDWARD GAFARO NIETO" userId="46033ae53b3580fd" providerId="LiveId" clId="{FC2BAC87-FCC3-46CB-950F-979A7C499745}" dt="2026-04-13T17:48:47.534" v="764" actId="1076"/>
        <pc:sldMkLst>
          <pc:docMk/>
          <pc:sldMk cId="621087050" sldId="260"/>
        </pc:sldMkLst>
        <pc:spChg chg="add mod">
          <ac:chgData name="JHON EDWARD GAFARO NIETO" userId="46033ae53b3580fd" providerId="LiveId" clId="{FC2BAC87-FCC3-46CB-950F-979A7C499745}" dt="2026-03-23T09:43:41.817" v="685" actId="403"/>
          <ac:spMkLst>
            <pc:docMk/>
            <pc:sldMk cId="621087050" sldId="260"/>
            <ac:spMk id="4" creationId="{3AFF4719-DACF-05F7-5E8D-B016CAFE3C4C}"/>
          </ac:spMkLst>
        </pc:spChg>
        <pc:picChg chg="add del mod">
          <ac:chgData name="JHON EDWARD GAFARO NIETO" userId="46033ae53b3580fd" providerId="LiveId" clId="{FC2BAC87-FCC3-46CB-950F-979A7C499745}" dt="2026-04-13T17:48:04.241" v="756" actId="478"/>
          <ac:picMkLst>
            <pc:docMk/>
            <pc:sldMk cId="621087050" sldId="260"/>
            <ac:picMk id="3" creationId="{711F8D42-4068-CAD5-9ABE-7582D1655F11}"/>
          </ac:picMkLst>
        </pc:picChg>
        <pc:picChg chg="add del">
          <ac:chgData name="JHON EDWARD GAFARO NIETO" userId="46033ae53b3580fd" providerId="LiveId" clId="{FC2BAC87-FCC3-46CB-950F-979A7C499745}" dt="2026-04-13T17:48:35.631" v="759" actId="22"/>
          <ac:picMkLst>
            <pc:docMk/>
            <pc:sldMk cId="621087050" sldId="260"/>
            <ac:picMk id="5" creationId="{E170A370-0B58-2AAF-5C54-93EF0F454633}"/>
          </ac:picMkLst>
        </pc:picChg>
        <pc:picChg chg="add del mod modCrop">
          <ac:chgData name="JHON EDWARD GAFARO NIETO" userId="46033ae53b3580fd" providerId="LiveId" clId="{FC2BAC87-FCC3-46CB-950F-979A7C499745}" dt="2026-04-13T17:48:06.845" v="757" actId="478"/>
          <ac:picMkLst>
            <pc:docMk/>
            <pc:sldMk cId="621087050" sldId="260"/>
            <ac:picMk id="7" creationId="{CDA352C1-6232-A1F0-523E-BDFCE4E5FC9B}"/>
          </ac:picMkLst>
        </pc:picChg>
        <pc:picChg chg="add mod">
          <ac:chgData name="JHON EDWARD GAFARO NIETO" userId="46033ae53b3580fd" providerId="LiveId" clId="{FC2BAC87-FCC3-46CB-950F-979A7C499745}" dt="2026-04-13T17:48:47.534" v="764" actId="1076"/>
          <ac:picMkLst>
            <pc:docMk/>
            <pc:sldMk cId="621087050" sldId="260"/>
            <ac:picMk id="8" creationId="{DFBFAF57-28FF-4436-B50C-30479D84F4C5}"/>
          </ac:picMkLst>
        </pc:picChg>
        <pc:picChg chg="add del mod">
          <ac:chgData name="JHON EDWARD GAFARO NIETO" userId="46033ae53b3580fd" providerId="LiveId" clId="{FC2BAC87-FCC3-46CB-950F-979A7C499745}" dt="2026-04-13T17:48:02.332" v="755" actId="478"/>
          <ac:picMkLst>
            <pc:docMk/>
            <pc:sldMk cId="621087050" sldId="260"/>
            <ac:picMk id="9" creationId="{D051F3C4-70C5-1CCD-44C5-63E4EF985183}"/>
          </ac:picMkLst>
        </pc:picChg>
      </pc:sldChg>
      <pc:sldChg chg="modSp mod">
        <pc:chgData name="JHON EDWARD GAFARO NIETO" userId="46033ae53b3580fd" providerId="LiveId" clId="{FC2BAC87-FCC3-46CB-950F-979A7C499745}" dt="2026-03-21T10:55:16.283" v="484" actId="404"/>
        <pc:sldMkLst>
          <pc:docMk/>
          <pc:sldMk cId="1867478332" sldId="261"/>
        </pc:sldMkLst>
        <pc:spChg chg="mod">
          <ac:chgData name="JHON EDWARD GAFARO NIETO" userId="46033ae53b3580fd" providerId="LiveId" clId="{FC2BAC87-FCC3-46CB-950F-979A7C499745}" dt="2026-03-21T10:55:16.283" v="484" actId="404"/>
          <ac:spMkLst>
            <pc:docMk/>
            <pc:sldMk cId="1867478332" sldId="261"/>
            <ac:spMk id="2" creationId="{DD56EAB3-94A3-6519-CB23-BBE22F3DD9D3}"/>
          </ac:spMkLst>
        </pc:spChg>
        <pc:spChg chg="mod">
          <ac:chgData name="JHON EDWARD GAFARO NIETO" userId="46033ae53b3580fd" providerId="LiveId" clId="{FC2BAC87-FCC3-46CB-950F-979A7C499745}" dt="2026-03-21T10:55:13.428" v="483" actId="404"/>
          <ac:spMkLst>
            <pc:docMk/>
            <pc:sldMk cId="1867478332" sldId="261"/>
            <ac:spMk id="3" creationId="{71685AC0-C23D-17D9-C152-2127485AFCE0}"/>
          </ac:spMkLst>
        </pc:spChg>
      </pc:sldChg>
      <pc:sldChg chg="delSp modSp new mod">
        <pc:chgData name="JHON EDWARD GAFARO NIETO" userId="46033ae53b3580fd" providerId="LiveId" clId="{FC2BAC87-FCC3-46CB-950F-979A7C499745}" dt="2026-03-21T10:54:56.349" v="478" actId="207"/>
        <pc:sldMkLst>
          <pc:docMk/>
          <pc:sldMk cId="4193140407" sldId="262"/>
        </pc:sldMkLst>
        <pc:spChg chg="mod">
          <ac:chgData name="JHON EDWARD GAFARO NIETO" userId="46033ae53b3580fd" providerId="LiveId" clId="{FC2BAC87-FCC3-46CB-950F-979A7C499745}" dt="2026-03-21T10:54:56.349" v="478" actId="207"/>
          <ac:spMkLst>
            <pc:docMk/>
            <pc:sldMk cId="4193140407" sldId="262"/>
            <ac:spMk id="2" creationId="{8F62C5D5-AE76-6368-E192-80460A79E93E}"/>
          </ac:spMkLst>
        </pc:spChg>
      </pc:sldChg>
      <pc:sldChg chg="addSp delSp modSp new mod setBg">
        <pc:chgData name="JHON EDWARD GAFARO NIETO" userId="46033ae53b3580fd" providerId="LiveId" clId="{FC2BAC87-FCC3-46CB-950F-979A7C499745}" dt="2026-03-21T11:10:41.082" v="502" actId="1076"/>
        <pc:sldMkLst>
          <pc:docMk/>
          <pc:sldMk cId="2461042713" sldId="263"/>
        </pc:sldMkLst>
        <pc:spChg chg="mod">
          <ac:chgData name="JHON EDWARD GAFARO NIETO" userId="46033ae53b3580fd" providerId="LiveId" clId="{FC2BAC87-FCC3-46CB-950F-979A7C499745}" dt="2026-03-21T10:52:21.543" v="423" actId="1076"/>
          <ac:spMkLst>
            <pc:docMk/>
            <pc:sldMk cId="2461042713" sldId="263"/>
            <ac:spMk id="2" creationId="{C07419D7-E6BF-46B8-4B58-3D0649394F7F}"/>
          </ac:spMkLst>
        </pc:spChg>
        <pc:spChg chg="add mod">
          <ac:chgData name="JHON EDWARD GAFARO NIETO" userId="46033ae53b3580fd" providerId="LiveId" clId="{FC2BAC87-FCC3-46CB-950F-979A7C499745}" dt="2026-03-21T11:10:39.722" v="501" actId="14100"/>
          <ac:spMkLst>
            <pc:docMk/>
            <pc:sldMk cId="2461042713" sldId="263"/>
            <ac:spMk id="7" creationId="{2DA55292-66EA-FEC3-F2FA-7AC53180563C}"/>
          </ac:spMkLst>
        </pc:spChg>
        <pc:picChg chg="add mod ord modCrop">
          <ac:chgData name="JHON EDWARD GAFARO NIETO" userId="46033ae53b3580fd" providerId="LiveId" clId="{FC2BAC87-FCC3-46CB-950F-979A7C499745}" dt="2026-03-21T11:10:41.082" v="502" actId="1076"/>
          <ac:picMkLst>
            <pc:docMk/>
            <pc:sldMk cId="2461042713" sldId="263"/>
            <ac:picMk id="5" creationId="{84747A06-1286-D486-A746-1776F13E9828}"/>
          </ac:picMkLst>
        </pc:picChg>
      </pc:sldChg>
      <pc:sldChg chg="modSp new mod">
        <pc:chgData name="JHON EDWARD GAFARO NIETO" userId="46033ae53b3580fd" providerId="LiveId" clId="{FC2BAC87-FCC3-46CB-950F-979A7C499745}" dt="2026-03-21T11:10:09.243" v="497" actId="123"/>
        <pc:sldMkLst>
          <pc:docMk/>
          <pc:sldMk cId="4098718320" sldId="264"/>
        </pc:sldMkLst>
        <pc:spChg chg="mod">
          <ac:chgData name="JHON EDWARD GAFARO NIETO" userId="46033ae53b3580fd" providerId="LiveId" clId="{FC2BAC87-FCC3-46CB-950F-979A7C499745}" dt="2026-03-21T10:55:22.512" v="485" actId="404"/>
          <ac:spMkLst>
            <pc:docMk/>
            <pc:sldMk cId="4098718320" sldId="264"/>
            <ac:spMk id="2" creationId="{A4D4BD6F-CA63-21F3-A65D-5BA95C90EE91}"/>
          </ac:spMkLst>
        </pc:spChg>
        <pc:spChg chg="mod">
          <ac:chgData name="JHON EDWARD GAFARO NIETO" userId="46033ae53b3580fd" providerId="LiveId" clId="{FC2BAC87-FCC3-46CB-950F-979A7C499745}" dt="2026-03-21T11:10:09.243" v="497" actId="123"/>
          <ac:spMkLst>
            <pc:docMk/>
            <pc:sldMk cId="4098718320" sldId="264"/>
            <ac:spMk id="3" creationId="{34E5882A-679E-F105-5489-811B5512205D}"/>
          </ac:spMkLst>
        </pc:spChg>
      </pc:sldChg>
      <pc:sldChg chg="addSp modSp new mod ord">
        <pc:chgData name="JHON EDWARD GAFARO NIETO" userId="46033ae53b3580fd" providerId="LiveId" clId="{FC2BAC87-FCC3-46CB-950F-979A7C499745}" dt="2026-03-21T10:54:13.156" v="468" actId="1076"/>
        <pc:sldMkLst>
          <pc:docMk/>
          <pc:sldMk cId="3948509218" sldId="265"/>
        </pc:sldMkLst>
        <pc:spChg chg="mod">
          <ac:chgData name="JHON EDWARD GAFARO NIETO" userId="46033ae53b3580fd" providerId="LiveId" clId="{FC2BAC87-FCC3-46CB-950F-979A7C499745}" dt="2026-03-21T10:54:13.156" v="468" actId="1076"/>
          <ac:spMkLst>
            <pc:docMk/>
            <pc:sldMk cId="3948509218" sldId="265"/>
            <ac:spMk id="2" creationId="{5A159272-DD6F-4EAD-D562-92F4D973797D}"/>
          </ac:spMkLst>
        </pc:spChg>
        <pc:spChg chg="mod">
          <ac:chgData name="JHON EDWARD GAFARO NIETO" userId="46033ae53b3580fd" providerId="LiveId" clId="{FC2BAC87-FCC3-46CB-950F-979A7C499745}" dt="2026-03-21T10:53:35.515" v="461" actId="1076"/>
          <ac:spMkLst>
            <pc:docMk/>
            <pc:sldMk cId="3948509218" sldId="265"/>
            <ac:spMk id="3" creationId="{ECD4C804-89AA-A8C1-4264-4A83EB4A8E11}"/>
          </ac:spMkLst>
        </pc:spChg>
        <pc:picChg chg="add mod modCrop">
          <ac:chgData name="JHON EDWARD GAFARO NIETO" userId="46033ae53b3580fd" providerId="LiveId" clId="{FC2BAC87-FCC3-46CB-950F-979A7C499745}" dt="2026-03-21T10:53:54.204" v="466" actId="732"/>
          <ac:picMkLst>
            <pc:docMk/>
            <pc:sldMk cId="3948509218" sldId="265"/>
            <ac:picMk id="5" creationId="{9DE07210-4049-5DB6-F82C-76CD3264521B}"/>
          </ac:picMkLst>
        </pc:picChg>
      </pc:sldChg>
      <pc:sldChg chg="delSp modSp new mod ord">
        <pc:chgData name="JHON EDWARD GAFARO NIETO" userId="46033ae53b3580fd" providerId="LiveId" clId="{FC2BAC87-FCC3-46CB-950F-979A7C499745}" dt="2026-03-21T10:48:42.070" v="359" actId="207"/>
        <pc:sldMkLst>
          <pc:docMk/>
          <pc:sldMk cId="575296829" sldId="266"/>
        </pc:sldMkLst>
        <pc:spChg chg="mod">
          <ac:chgData name="JHON EDWARD GAFARO NIETO" userId="46033ae53b3580fd" providerId="LiveId" clId="{FC2BAC87-FCC3-46CB-950F-979A7C499745}" dt="2026-03-21T10:48:42.070" v="359" actId="207"/>
          <ac:spMkLst>
            <pc:docMk/>
            <pc:sldMk cId="575296829" sldId="266"/>
            <ac:spMk id="2" creationId="{B8599DDD-9D1E-CEA5-A176-0B9114983AFD}"/>
          </ac:spMkLst>
        </pc:spChg>
      </pc:sldChg>
      <pc:sldChg chg="delSp modSp new mod ord">
        <pc:chgData name="JHON EDWARD GAFARO NIETO" userId="46033ae53b3580fd" providerId="LiveId" clId="{FC2BAC87-FCC3-46CB-950F-979A7C499745}" dt="2026-03-21T10:55:40.056" v="489" actId="404"/>
        <pc:sldMkLst>
          <pc:docMk/>
          <pc:sldMk cId="647378938" sldId="267"/>
        </pc:sldMkLst>
        <pc:spChg chg="mod">
          <ac:chgData name="JHON EDWARD GAFARO NIETO" userId="46033ae53b3580fd" providerId="LiveId" clId="{FC2BAC87-FCC3-46CB-950F-979A7C499745}" dt="2026-03-21T10:55:40.056" v="489" actId="404"/>
          <ac:spMkLst>
            <pc:docMk/>
            <pc:sldMk cId="647378938" sldId="267"/>
            <ac:spMk id="2" creationId="{91C85447-85F7-A50F-2E1E-5367D9ACDBBF}"/>
          </ac:spMkLst>
        </pc:spChg>
      </pc:sldChg>
      <pc:sldChg chg="addSp delSp modSp new mod">
        <pc:chgData name="JHON EDWARD GAFARO NIETO" userId="46033ae53b3580fd" providerId="LiveId" clId="{FC2BAC87-FCC3-46CB-950F-979A7C499745}" dt="2026-04-13T17:45:44.964" v="746" actId="14100"/>
        <pc:sldMkLst>
          <pc:docMk/>
          <pc:sldMk cId="2021738188" sldId="269"/>
        </pc:sldMkLst>
        <pc:spChg chg="mod">
          <ac:chgData name="JHON EDWARD GAFARO NIETO" userId="46033ae53b3580fd" providerId="LiveId" clId="{FC2BAC87-FCC3-46CB-950F-979A7C499745}" dt="2026-03-23T09:06:35.994" v="513" actId="120"/>
          <ac:spMkLst>
            <pc:docMk/>
            <pc:sldMk cId="2021738188" sldId="269"/>
            <ac:spMk id="2" creationId="{828BBDE6-B14F-DD7C-1E20-9A1806469319}"/>
          </ac:spMkLst>
        </pc:spChg>
        <pc:spChg chg="add del mod">
          <ac:chgData name="JHON EDWARD GAFARO NIETO" userId="46033ae53b3580fd" providerId="LiveId" clId="{FC2BAC87-FCC3-46CB-950F-979A7C499745}" dt="2026-04-13T17:44:32.328" v="736" actId="22"/>
          <ac:spMkLst>
            <pc:docMk/>
            <pc:sldMk cId="2021738188" sldId="269"/>
            <ac:spMk id="4" creationId="{BA26C9EA-7519-A447-DFAD-C22AB8FF3DFC}"/>
          </ac:spMkLst>
        </pc:spChg>
        <pc:picChg chg="add mod ord">
          <ac:chgData name="JHON EDWARD GAFARO NIETO" userId="46033ae53b3580fd" providerId="LiveId" clId="{FC2BAC87-FCC3-46CB-950F-979A7C499745}" dt="2026-04-13T17:45:44.964" v="746" actId="14100"/>
          <ac:picMkLst>
            <pc:docMk/>
            <pc:sldMk cId="2021738188" sldId="269"/>
            <ac:picMk id="6" creationId="{3A32CCD3-ED8D-378F-9999-C72D7196BA8A}"/>
          </ac:picMkLst>
        </pc:picChg>
        <pc:picChg chg="add del mod ord">
          <ac:chgData name="JHON EDWARD GAFARO NIETO" userId="46033ae53b3580fd" providerId="LiveId" clId="{FC2BAC87-FCC3-46CB-950F-979A7C499745}" dt="2026-04-13T17:43:23.675" v="735" actId="478"/>
          <ac:picMkLst>
            <pc:docMk/>
            <pc:sldMk cId="2021738188" sldId="269"/>
            <ac:picMk id="9" creationId="{58AD1D43-2B5D-5C03-0054-B003D3A5A3A4}"/>
          </ac:picMkLst>
        </pc:picChg>
      </pc:sldChg>
      <pc:sldChg chg="addSp delSp modSp new mod">
        <pc:chgData name="JHON EDWARD GAFARO NIETO" userId="46033ae53b3580fd" providerId="LiveId" clId="{FC2BAC87-FCC3-46CB-950F-979A7C499745}" dt="2026-04-13T17:45:10.580" v="741" actId="14100"/>
        <pc:sldMkLst>
          <pc:docMk/>
          <pc:sldMk cId="3075553845" sldId="270"/>
        </pc:sldMkLst>
        <pc:spChg chg="mod">
          <ac:chgData name="JHON EDWARD GAFARO NIETO" userId="46033ae53b3580fd" providerId="LiveId" clId="{FC2BAC87-FCC3-46CB-950F-979A7C499745}" dt="2026-03-23T09:07:33.902" v="520" actId="120"/>
          <ac:spMkLst>
            <pc:docMk/>
            <pc:sldMk cId="3075553845" sldId="270"/>
            <ac:spMk id="2" creationId="{1DF8188C-6E5E-AEDC-0E0E-262DDF2A8EF6}"/>
          </ac:spMkLst>
        </pc:spChg>
        <pc:spChg chg="add del mod">
          <ac:chgData name="JHON EDWARD GAFARO NIETO" userId="46033ae53b3580fd" providerId="LiveId" clId="{FC2BAC87-FCC3-46CB-950F-979A7C499745}" dt="2026-04-13T17:45:05.341" v="740" actId="22"/>
          <ac:spMkLst>
            <pc:docMk/>
            <pc:sldMk cId="3075553845" sldId="270"/>
            <ac:spMk id="4" creationId="{CE00E04A-A709-2AB1-7678-21801C14BA62}"/>
          </ac:spMkLst>
        </pc:spChg>
        <pc:picChg chg="add del mod ord">
          <ac:chgData name="JHON EDWARD GAFARO NIETO" userId="46033ae53b3580fd" providerId="LiveId" clId="{FC2BAC87-FCC3-46CB-950F-979A7C499745}" dt="2026-04-13T17:44:42.811" v="739" actId="478"/>
          <ac:picMkLst>
            <pc:docMk/>
            <pc:sldMk cId="3075553845" sldId="270"/>
            <ac:picMk id="5" creationId="{04EC5A07-D663-FF7E-EA08-71A03113898A}"/>
          </ac:picMkLst>
        </pc:picChg>
        <pc:picChg chg="add mod ord">
          <ac:chgData name="JHON EDWARD GAFARO NIETO" userId="46033ae53b3580fd" providerId="LiveId" clId="{FC2BAC87-FCC3-46CB-950F-979A7C499745}" dt="2026-04-13T17:45:10.580" v="741" actId="14100"/>
          <ac:picMkLst>
            <pc:docMk/>
            <pc:sldMk cId="3075553845" sldId="270"/>
            <ac:picMk id="7" creationId="{EAB7C7B3-1866-DCE6-592A-3369286D37D7}"/>
          </ac:picMkLst>
        </pc:picChg>
      </pc:sldChg>
      <pc:sldChg chg="addSp delSp modSp new mod">
        <pc:chgData name="JHON EDWARD GAFARO NIETO" userId="46033ae53b3580fd" providerId="LiveId" clId="{FC2BAC87-FCC3-46CB-950F-979A7C499745}" dt="2026-04-13T17:46:34.178" v="752" actId="14100"/>
        <pc:sldMkLst>
          <pc:docMk/>
          <pc:sldMk cId="3514208350" sldId="271"/>
        </pc:sldMkLst>
        <pc:spChg chg="mod">
          <ac:chgData name="JHON EDWARD GAFARO NIETO" userId="46033ae53b3580fd" providerId="LiveId" clId="{FC2BAC87-FCC3-46CB-950F-979A7C499745}" dt="2026-03-23T09:08:29.414" v="525" actId="108"/>
          <ac:spMkLst>
            <pc:docMk/>
            <pc:sldMk cId="3514208350" sldId="271"/>
            <ac:spMk id="2" creationId="{F585718A-7792-4B54-0593-5720C8495B5B}"/>
          </ac:spMkLst>
        </pc:spChg>
        <pc:spChg chg="add del mod">
          <ac:chgData name="JHON EDWARD GAFARO NIETO" userId="46033ae53b3580fd" providerId="LiveId" clId="{FC2BAC87-FCC3-46CB-950F-979A7C499745}" dt="2026-04-13T17:45:28.932" v="743" actId="22"/>
          <ac:spMkLst>
            <pc:docMk/>
            <pc:sldMk cId="3514208350" sldId="271"/>
            <ac:spMk id="4" creationId="{4DC9F103-A302-8F73-124C-ACD82EFDDC86}"/>
          </ac:spMkLst>
        </pc:spChg>
        <pc:picChg chg="add del mod ord">
          <ac:chgData name="JHON EDWARD GAFARO NIETO" userId="46033ae53b3580fd" providerId="LiveId" clId="{FC2BAC87-FCC3-46CB-950F-979A7C499745}" dt="2026-04-13T17:45:14.704" v="742" actId="478"/>
          <ac:picMkLst>
            <pc:docMk/>
            <pc:sldMk cId="3514208350" sldId="271"/>
            <ac:picMk id="5" creationId="{3A548B2B-5CFA-AAA2-BFB9-B56C6DDB9250}"/>
          </ac:picMkLst>
        </pc:picChg>
        <pc:picChg chg="add mod ord">
          <ac:chgData name="JHON EDWARD GAFARO NIETO" userId="46033ae53b3580fd" providerId="LiveId" clId="{FC2BAC87-FCC3-46CB-950F-979A7C499745}" dt="2026-04-13T17:46:34.178" v="752" actId="14100"/>
          <ac:picMkLst>
            <pc:docMk/>
            <pc:sldMk cId="3514208350" sldId="271"/>
            <ac:picMk id="7" creationId="{FD53AAAD-BDD1-C09C-AB28-AD5E3D1F707E}"/>
          </ac:picMkLst>
        </pc:picChg>
      </pc:sldChg>
      <pc:sldChg chg="addSp delSp modSp new mod">
        <pc:chgData name="JHON EDWARD GAFARO NIETO" userId="46033ae53b3580fd" providerId="LiveId" clId="{FC2BAC87-FCC3-46CB-950F-979A7C499745}" dt="2026-04-13T17:46:48.077" v="754" actId="732"/>
        <pc:sldMkLst>
          <pc:docMk/>
          <pc:sldMk cId="3567839596" sldId="272"/>
        </pc:sldMkLst>
        <pc:spChg chg="mod">
          <ac:chgData name="JHON EDWARD GAFARO NIETO" userId="46033ae53b3580fd" providerId="LiveId" clId="{FC2BAC87-FCC3-46CB-950F-979A7C499745}" dt="2026-03-23T09:16:28.578" v="535" actId="108"/>
          <ac:spMkLst>
            <pc:docMk/>
            <pc:sldMk cId="3567839596" sldId="272"/>
            <ac:spMk id="2" creationId="{69096613-E92D-087F-93F8-643CF2757910}"/>
          </ac:spMkLst>
        </pc:spChg>
        <pc:spChg chg="add del mod">
          <ac:chgData name="JHON EDWARD GAFARO NIETO" userId="46033ae53b3580fd" providerId="LiveId" clId="{FC2BAC87-FCC3-46CB-950F-979A7C499745}" dt="2026-04-13T17:46:17.687" v="748" actId="22"/>
          <ac:spMkLst>
            <pc:docMk/>
            <pc:sldMk cId="3567839596" sldId="272"/>
            <ac:spMk id="4" creationId="{D2FB5C59-0F06-06BF-9D3E-D4FE4E746A76}"/>
          </ac:spMkLst>
        </pc:spChg>
        <pc:picChg chg="add del mod ord">
          <ac:chgData name="JHON EDWARD GAFARO NIETO" userId="46033ae53b3580fd" providerId="LiveId" clId="{FC2BAC87-FCC3-46CB-950F-979A7C499745}" dt="2026-04-13T17:45:52.087" v="747" actId="478"/>
          <ac:picMkLst>
            <pc:docMk/>
            <pc:sldMk cId="3567839596" sldId="272"/>
            <ac:picMk id="5" creationId="{12AA5C4D-AA17-AC36-7E8C-8E74C48CD80A}"/>
          </ac:picMkLst>
        </pc:picChg>
        <pc:picChg chg="add mod ord modCrop">
          <ac:chgData name="JHON EDWARD GAFARO NIETO" userId="46033ae53b3580fd" providerId="LiveId" clId="{FC2BAC87-FCC3-46CB-950F-979A7C499745}" dt="2026-04-13T17:46:48.077" v="754" actId="732"/>
          <ac:picMkLst>
            <pc:docMk/>
            <pc:sldMk cId="3567839596" sldId="272"/>
            <ac:picMk id="7" creationId="{F58CF0F9-FEBD-E3A9-35E6-B5A2AA1EAA9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7800BA-B85D-56C6-F7A9-AD6AAA5DCA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83EFCD9B-E86F-CDA7-D44A-22CE851169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8BC61D1-17DE-5A1F-A77F-7F79D3EDA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44C14-5478-4C8F-B6C6-CFB7BE765DD2}" type="datetimeFigureOut">
              <a:rPr lang="it-IT" smtClean="0"/>
              <a:t>13/04/2026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B2701F9-2903-FBC4-6B74-99C019C67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FEEBB4E-7B87-9AB1-AD6C-62826312B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BEA4E-22FC-4878-A5DB-2EE5E6C55AA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0430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42D4A04-A82E-B3F1-63EA-CE4B7D0EC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457D3BD-4F0F-9AD9-526E-F99EA9BEC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10875C7-3B7C-1B8C-18CF-A532DD9B0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44C14-5478-4C8F-B6C6-CFB7BE765DD2}" type="datetimeFigureOut">
              <a:rPr lang="it-IT" smtClean="0"/>
              <a:t>13/04/2026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4D5950E-88B0-A6D3-3A08-04FCC6DAB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553D044-BE58-24EF-54E6-BBDA6B579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BEA4E-22FC-4878-A5DB-2EE5E6C55AA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74683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98AA178-CC30-E53F-C29A-4AE93337A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BADA749-CE42-AC30-E09F-944CC82C7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F244062-F4E9-93D2-DA50-62A4D4CC8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44C14-5478-4C8F-B6C6-CFB7BE765DD2}" type="datetimeFigureOut">
              <a:rPr lang="it-IT" smtClean="0"/>
              <a:t>13/04/2026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F118579-D6E5-D6AC-43F4-A55F3F1FF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93324A5-0933-D10D-5E54-BCAB29D41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BEA4E-22FC-4878-A5DB-2EE5E6C55AA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52434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641EF6-E296-4106-25D9-FEA5D6A35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58C1A32-7D38-37C1-713D-323D9E1181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643C7E2-EA27-1F09-7EAA-C987E23833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0CB4316-0BF6-7892-D29C-3B67A784E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44C14-5478-4C8F-B6C6-CFB7BE765DD2}" type="datetimeFigureOut">
              <a:rPr lang="it-IT" smtClean="0"/>
              <a:t>13/04/2026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63A597D-CD09-0491-439A-5D3D6186D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EE1D950-6CE4-2A4D-7F70-165EF0FC0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BEA4E-22FC-4878-A5DB-2EE5E6C55AA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59447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DC8A7EF-A41F-4671-9EA9-EE7A2B4B6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F3CCDB5-07A9-E3B6-D4AB-CDE965E29B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51344F8-6B7A-4412-319A-E46977610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53D5268-D43B-F0F8-0F9C-ACC4491ED0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0C95956-7341-4CDE-7353-044BE42A19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2A79A9F-94B2-C1C4-55BA-D3EA9E600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44C14-5478-4C8F-B6C6-CFB7BE765DD2}" type="datetimeFigureOut">
              <a:rPr lang="it-IT" smtClean="0"/>
              <a:t>13/04/2026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26901676-777D-0F09-61A6-E8B7CDA69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90D88554-936C-C75E-998B-C6AEB4D78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BEA4E-22FC-4878-A5DB-2EE5E6C55AA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29924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F73B58B-69DB-631D-B520-1BC65E145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CE6775A-BCDD-1CF2-DE6F-9D6ACAF47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44C14-5478-4C8F-B6C6-CFB7BE765DD2}" type="datetimeFigureOut">
              <a:rPr lang="it-IT" smtClean="0"/>
              <a:t>13/04/2026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9F88C54-A7AF-44C7-1788-18F778F9D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B51F673-EA5F-D817-662E-674679477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BEA4E-22FC-4878-A5DB-2EE5E6C55AA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63004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6550B1DA-D294-306D-1DCC-DF3FF6683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44C14-5478-4C8F-B6C6-CFB7BE765DD2}" type="datetimeFigureOut">
              <a:rPr lang="it-IT" smtClean="0"/>
              <a:t>13/04/2026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FAFCE71A-E0CE-216A-98D1-590B1D5CA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7576D52-8423-DD59-249E-A6E293C82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BEA4E-22FC-4878-A5DB-2EE5E6C55AA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94211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2BB68D-49DB-79B4-A9BF-72A4B3C55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AFF3F83-DFFA-9666-F28A-545835C13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FC09CF9-B4D3-1610-B9D5-7D40576EEB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EA0A579-F873-1A7A-632C-C028C8E7F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44C14-5478-4C8F-B6C6-CFB7BE765DD2}" type="datetimeFigureOut">
              <a:rPr lang="it-IT" smtClean="0"/>
              <a:t>13/04/2026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C30A2F2-5D2E-CE65-3873-EFB8F9E51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D1BF645-9604-385C-A3A8-30950E335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BEA4E-22FC-4878-A5DB-2EE5E6C55AA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68018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55931FA-AEDF-4826-50CB-74E47ED1D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F2F7F916-0DF7-8379-A1BD-A7E0A4339B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723D138-DF66-BF09-5FA8-B3E6995504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51771EC-8E17-8877-8420-F73573E88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44C14-5478-4C8F-B6C6-CFB7BE765DD2}" type="datetimeFigureOut">
              <a:rPr lang="it-IT" smtClean="0"/>
              <a:t>13/04/2026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8C1D3ED-3AD7-4094-2CB3-91F8540B7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D40D3CA-B39B-D908-9BE5-428355C06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BEA4E-22FC-4878-A5DB-2EE5E6C55AA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7492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89D1A7E-C5FE-14B6-83BF-2EB35096E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7D1D08A-CB91-CD36-F40C-62D78F5BBA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4399B7C-B015-FDDE-76DB-2876BD82E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44C14-5478-4C8F-B6C6-CFB7BE765DD2}" type="datetimeFigureOut">
              <a:rPr lang="it-IT" smtClean="0"/>
              <a:t>13/04/2026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D1EF3F0-E62F-2F3A-0041-8956E937D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F8C1E46-FD04-4C77-FA0A-08FA9D3CA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BEA4E-22FC-4878-A5DB-2EE5E6C55AA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75914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907E214A-B74F-C9BA-C79C-0CB6ED17B1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DA5940E-CB82-8931-5705-B40219F391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E0426EE-D6EA-D213-6441-7FC2F55A4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44C14-5478-4C8F-B6C6-CFB7BE765DD2}" type="datetimeFigureOut">
              <a:rPr lang="it-IT" smtClean="0"/>
              <a:t>13/04/2026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AA60696-A3AC-2575-C6C6-A7999D13C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365F44E-349E-ED05-0691-E9306CB85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BEA4E-22FC-4878-A5DB-2EE5E6C55AA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6091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CBE4FF2-2C55-C9D4-8BAA-88107D95D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E130E61-4A78-A7BD-7EF0-9AB7898C1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6567949-E454-C88D-FB9D-EE9B47AC07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A44C14-5478-4C8F-B6C6-CFB7BE765DD2}" type="datetimeFigureOut">
              <a:rPr lang="it-IT" smtClean="0"/>
              <a:t>13/04/2026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6E054E5-A03D-827B-7757-B55CFF32A0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DA0D544-EDEB-43EE-443C-32072C23D7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ABEA4E-22FC-4878-A5DB-2EE5E6C55AA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4666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D6CA4C-C159-9B7A-A785-C8409088E0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02485"/>
            <a:ext cx="9144000" cy="2387600"/>
          </a:xfrm>
        </p:spPr>
        <p:txBody>
          <a:bodyPr>
            <a:normAutofit/>
          </a:bodyPr>
          <a:lstStyle/>
          <a:p>
            <a:r>
              <a:rPr lang="en-US" sz="44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EverMart</a:t>
            </a:r>
            <a:r>
              <a:rPr lang="en-US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Online Shopping</a:t>
            </a:r>
            <a:br>
              <a:rPr lang="en-US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en-US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sz="44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Analisi</a:t>
            </a:r>
            <a:r>
              <a:rPr lang="en-US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Dati &amp; Dashboard Power BI</a:t>
            </a:r>
            <a:endParaRPr lang="it-IT" sz="44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D726E49-3E80-8CFA-BE7B-F15D31AE90D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421363" y="3567499"/>
            <a:ext cx="966340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it-IT" altLang="it-IT" sz="16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Autori: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it-IT" altLang="it-IT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Jhon Edward </a:t>
            </a:r>
            <a:r>
              <a:rPr kumimoji="0" lang="it-IT" altLang="it-IT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Gafaro</a:t>
            </a:r>
            <a:r>
              <a:rPr kumimoji="0" lang="it-IT" altLang="it-IT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Nieto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it-IT" altLang="it-IT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Noemi Vano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it-IT" altLang="it-IT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Damiana Valentina Costa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it-IT" altLang="it-IT" sz="1600" i="1" dirty="0">
                <a:latin typeface="Arial" panose="020B0604020202020204" pitchFamily="34" charset="0"/>
              </a:rPr>
              <a:t>Matteo Vezzoli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it-IT" altLang="it-IT" sz="16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t-IT" altLang="it-IT" sz="1600" b="1" i="1" dirty="0">
                <a:latin typeface="Arial" panose="020B0604020202020204" pitchFamily="34" charset="0"/>
              </a:rPr>
              <a:t>Corso: </a:t>
            </a:r>
            <a:r>
              <a:rPr lang="it-IT" altLang="it-IT" sz="1600" i="1" dirty="0">
                <a:latin typeface="Arial" panose="020B0604020202020204" pitchFamily="34" charset="0"/>
              </a:rPr>
              <a:t>Data Analytics / Power BI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t-IT" altLang="it-IT" sz="1600" b="1" i="1" dirty="0">
                <a:latin typeface="Arial" panose="020B0604020202020204" pitchFamily="34" charset="0"/>
              </a:rPr>
              <a:t>Anno: </a:t>
            </a:r>
            <a:r>
              <a:rPr lang="it-IT" altLang="it-IT" sz="1600" i="1" dirty="0">
                <a:latin typeface="Arial" panose="020B0604020202020204" pitchFamily="34" charset="0"/>
              </a:rPr>
              <a:t>2026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4639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BEE378-895E-C334-E87B-551796A5E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Obiettivi e Scelte Progettuali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4DA813-B374-1A4C-9AAA-9ABA979C5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it-IT" sz="2000" b="1" dirty="0"/>
              <a:t>Obiettivi:</a:t>
            </a:r>
          </a:p>
          <a:p>
            <a:pPr algn="just"/>
            <a:r>
              <a:rPr lang="it-IT" sz="2000" dirty="0"/>
              <a:t>Analizzare i dati di </a:t>
            </a:r>
            <a:r>
              <a:rPr lang="it-IT" sz="2000" dirty="0" err="1"/>
              <a:t>EverMart</a:t>
            </a:r>
            <a:r>
              <a:rPr lang="it-IT" sz="2000" dirty="0"/>
              <a:t> (clienti, prodotti, transazioni).</a:t>
            </a:r>
          </a:p>
          <a:p>
            <a:pPr algn="just"/>
            <a:r>
              <a:rPr lang="it-IT" sz="2000" dirty="0"/>
              <a:t>Identificare trend, segmenti chiave e opportunità di crescita</a:t>
            </a:r>
          </a:p>
          <a:p>
            <a:pPr algn="just"/>
            <a:r>
              <a:rPr lang="it-IT" sz="2000" dirty="0"/>
              <a:t>Creare un report Power BI chiaro, interattivo e orientato al business</a:t>
            </a:r>
          </a:p>
          <a:p>
            <a:pPr algn="just"/>
            <a:r>
              <a:rPr lang="it-IT" sz="2000" dirty="0"/>
              <a:t>Dimostrare competenze in modellazione, DAX e visual design.</a:t>
            </a:r>
          </a:p>
          <a:p>
            <a:pPr algn="just"/>
            <a:endParaRPr lang="it-IT" sz="2000" dirty="0"/>
          </a:p>
          <a:p>
            <a:pPr marL="0" indent="0" algn="just">
              <a:buNone/>
            </a:pPr>
            <a:r>
              <a:rPr lang="it-IT" sz="2000" b="1" dirty="0"/>
              <a:t>Scelte Progettuali:</a:t>
            </a:r>
          </a:p>
          <a:p>
            <a:pPr algn="just"/>
            <a:r>
              <a:rPr lang="it-IT" sz="2000" dirty="0"/>
              <a:t>Modello dati a stella: Clienti, Prodotti, Transazioni</a:t>
            </a:r>
          </a:p>
          <a:p>
            <a:pPr algn="just"/>
            <a:r>
              <a:rPr lang="it-IT" sz="2000" dirty="0"/>
              <a:t>Pulizia e trasformazione dati (data</a:t>
            </a:r>
            <a:r>
              <a:rPr lang="it-IT" sz="2000"/>
              <a:t>, categoria, </a:t>
            </a:r>
            <a:r>
              <a:rPr lang="it-IT" sz="2000" dirty="0"/>
              <a:t>costi)</a:t>
            </a:r>
          </a:p>
          <a:p>
            <a:pPr algn="just"/>
            <a:r>
              <a:rPr lang="it-IT" sz="2000" dirty="0"/>
              <a:t>KPI principali: ricavi, crescita %, clienti attivi…</a:t>
            </a:r>
          </a:p>
          <a:p>
            <a:pPr algn="just"/>
            <a:r>
              <a:rPr lang="it-IT" sz="2000" dirty="0"/>
              <a:t>Design minimalista, card, </a:t>
            </a:r>
            <a:r>
              <a:rPr lang="it-IT" sz="2000" dirty="0" err="1"/>
              <a:t>slicer</a:t>
            </a:r>
            <a:r>
              <a:rPr lang="it-IT" sz="2000" dirty="0"/>
              <a:t> intuitivi, drill-</a:t>
            </a:r>
            <a:r>
              <a:rPr lang="it-IT" sz="2000" dirty="0" err="1"/>
              <a:t>through</a:t>
            </a:r>
            <a:r>
              <a:rPr lang="it-IT" sz="2000" dirty="0"/>
              <a:t>, </a:t>
            </a:r>
            <a:r>
              <a:rPr lang="it-IT" sz="2000" dirty="0" err="1"/>
              <a:t>tooltip</a:t>
            </a:r>
            <a:r>
              <a:rPr lang="it-IT" sz="2000" dirty="0"/>
              <a:t> personalizzati.</a:t>
            </a:r>
          </a:p>
          <a:p>
            <a:pPr marL="0" indent="0" algn="just">
              <a:buNone/>
            </a:pPr>
            <a:endParaRPr lang="it-IT" sz="2000" dirty="0"/>
          </a:p>
        </p:txBody>
      </p:sp>
    </p:spTree>
    <p:extLst>
      <p:ext uri="{BB962C8B-B14F-4D97-AF65-F5344CB8AC3E}">
        <p14:creationId xmlns:p14="http://schemas.microsoft.com/office/powerpoint/2010/main" val="1872005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01D7369-4008-3BAA-72B2-3D72BE4DD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656" y="1812797"/>
            <a:ext cx="10394687" cy="161620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it-IT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Struttura del Report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62917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28BBDE6-B14F-DD7C-1E20-9A1806469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it-IT" sz="32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Ricavi – </a:t>
            </a:r>
            <a:r>
              <a:rPr lang="it-IT" sz="32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Overview</a:t>
            </a:r>
            <a:br>
              <a:rPr lang="it-IT" sz="32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endParaRPr lang="it-IT" sz="32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3A32CCD3-ED8D-378F-9999-C72D7196BA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3100" y="1488302"/>
            <a:ext cx="8043060" cy="444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738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F8188C-6E5E-AEDC-0E0E-262DDF2A8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it-IT" sz="32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Clienti – Comportamento</a:t>
            </a:r>
            <a:br>
              <a:rPr lang="it-IT" sz="32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endParaRPr lang="it-IT" sz="32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EAB7C7B3-1866-DCE6-592A-3369286D37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8302" y="1554480"/>
            <a:ext cx="8364738" cy="462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553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85718A-7792-4B54-0593-5720C8495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it-IT" sz="32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Mappa Clienti</a:t>
            </a:r>
            <a:br>
              <a:rPr lang="it-IT" sz="32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endParaRPr lang="it-IT" sz="32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FD53AAAD-BDD1-C09C-AB28-AD5E3D1F70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9656" y="1366052"/>
            <a:ext cx="7718423" cy="4810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208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9096613-E92D-087F-93F8-643CF2757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it-IT" sz="32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Drill-</a:t>
            </a:r>
            <a:r>
              <a:rPr lang="it-IT" sz="32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through</a:t>
            </a:r>
            <a:r>
              <a:rPr lang="it-IT" sz="32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Prodotto</a:t>
            </a:r>
            <a:br>
              <a:rPr lang="it-IT" sz="32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endParaRPr lang="it-IT" sz="32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F58CF0F9-FEBD-E3A9-35E6-B5A2AA1EAA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420"/>
          <a:stretch>
            <a:fillRect/>
          </a:stretch>
        </p:blipFill>
        <p:spPr>
          <a:xfrm>
            <a:off x="2140628" y="1351280"/>
            <a:ext cx="8466412" cy="4805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839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599DDD-9D1E-CEA5-A176-0B9114983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</p:spPr>
        <p:txBody>
          <a:bodyPr/>
          <a:lstStyle/>
          <a:p>
            <a:pPr algn="ctr"/>
            <a:r>
              <a:rPr lang="it-IT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Insight Principali</a:t>
            </a:r>
          </a:p>
        </p:txBody>
      </p:sp>
    </p:spTree>
    <p:extLst>
      <p:ext uri="{BB962C8B-B14F-4D97-AF65-F5344CB8AC3E}">
        <p14:creationId xmlns:p14="http://schemas.microsoft.com/office/powerpoint/2010/main" val="575296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4E9F465-B2F7-7F7E-43BE-587684DA3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419" y="965326"/>
            <a:ext cx="3776587" cy="1616203"/>
          </a:xfrm>
        </p:spPr>
        <p:txBody>
          <a:bodyPr anchor="b">
            <a:normAutofit/>
          </a:bodyPr>
          <a:lstStyle/>
          <a:p>
            <a:r>
              <a:rPr lang="es-CO" sz="32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Ricavi per Categoria</a:t>
            </a:r>
            <a:endParaRPr lang="it-IT" sz="32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DB3E856-189C-C545-44C9-09C83DA55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813394"/>
            <a:ext cx="3455821" cy="1616203"/>
          </a:xfrm>
        </p:spPr>
        <p:txBody>
          <a:bodyPr anchor="t">
            <a:normAutofit/>
          </a:bodyPr>
          <a:lstStyle/>
          <a:p>
            <a:pPr marL="0" indent="0" algn="just">
              <a:buNone/>
            </a:pPr>
            <a:r>
              <a:rPr lang="it-IT" sz="2000" dirty="0"/>
              <a:t>Alcune categorie (es. Books, Electronics) generano la maggior parte del fatturato.</a:t>
            </a:r>
          </a:p>
          <a:p>
            <a:pPr marL="0" indent="0" algn="just">
              <a:buNone/>
            </a:pPr>
            <a:endParaRPr lang="it-IT" sz="2000" dirty="0"/>
          </a:p>
        </p:txBody>
      </p:sp>
      <p:pic>
        <p:nvPicPr>
          <p:cNvPr id="10" name="Segnaposto contenuto 9">
            <a:extLst>
              <a:ext uri="{FF2B5EF4-FFF2-40B4-BE49-F238E27FC236}">
                <a16:creationId xmlns:a16="http://schemas.microsoft.com/office/drawing/2014/main" id="{53D3B183-9EF3-EA2F-688F-3AF1381A03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t="11062" r="966"/>
          <a:stretch>
            <a:fillRect/>
          </a:stretch>
        </p:blipFill>
        <p:spPr>
          <a:xfrm>
            <a:off x="4987672" y="1569496"/>
            <a:ext cx="6327635" cy="3676093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31792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7419D7-E6BF-46B8-4B58-3D0649394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176" y="1830031"/>
            <a:ext cx="4434840" cy="1325563"/>
          </a:xfrm>
        </p:spPr>
        <p:txBody>
          <a:bodyPr>
            <a:normAutofit/>
          </a:bodyPr>
          <a:lstStyle/>
          <a:p>
            <a:r>
              <a:rPr lang="es-CO" sz="32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Ricavi per Continente</a:t>
            </a:r>
            <a:endParaRPr lang="it-IT" sz="32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4747A06-1286-D486-A746-1776F13E98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232"/>
          <a:stretch>
            <a:fillRect/>
          </a:stretch>
        </p:blipFill>
        <p:spPr>
          <a:xfrm>
            <a:off x="5834743" y="2274907"/>
            <a:ext cx="5257800" cy="2662749"/>
          </a:xfrm>
          <a:prstGeom prst="rect">
            <a:avLst/>
          </a:prstGeom>
        </p:spPr>
      </p:pic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2DA55292-66EA-FEC3-F2FA-7AC531805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176" y="3155594"/>
            <a:ext cx="3911081" cy="1873606"/>
          </a:xfrm>
        </p:spPr>
        <p:txBody>
          <a:bodyPr/>
          <a:lstStyle/>
          <a:p>
            <a:pPr marL="0" indent="0" algn="just">
              <a:buNone/>
            </a:pPr>
            <a:r>
              <a:rPr lang="it-IT" sz="2000" dirty="0"/>
              <a:t>I clienti dell’America del North e del South mostrano maggiore valore dei profitti.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61042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159272-DD6F-4EAD-D562-92F4D9737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712" y="1787687"/>
            <a:ext cx="3793247" cy="1325563"/>
          </a:xfrm>
        </p:spPr>
        <p:txBody>
          <a:bodyPr>
            <a:normAutofit/>
          </a:bodyPr>
          <a:lstStyle/>
          <a:p>
            <a:r>
              <a:rPr lang="es-CO" sz="32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Top 10 Prodotti</a:t>
            </a:r>
            <a:endParaRPr lang="it-IT" sz="32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CD4C804-89AA-A8C1-4264-4A83EB4A8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8712" y="3113250"/>
            <a:ext cx="3472543" cy="1421428"/>
          </a:xfrm>
        </p:spPr>
        <p:txBody>
          <a:bodyPr/>
          <a:lstStyle/>
          <a:p>
            <a:pPr marL="0" indent="0" algn="just">
              <a:buNone/>
            </a:pPr>
            <a:r>
              <a:rPr lang="it-IT" sz="2000" dirty="0"/>
              <a:t>I Top 10 prodotti rappresentano una quota significativa dei ricavi totali.</a:t>
            </a:r>
          </a:p>
          <a:p>
            <a:pPr algn="just"/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9DE07210-4049-5DB6-F82C-76CD326452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333" b="-1"/>
          <a:stretch>
            <a:fillRect/>
          </a:stretch>
        </p:blipFill>
        <p:spPr>
          <a:xfrm>
            <a:off x="5132118" y="1959428"/>
            <a:ext cx="6141170" cy="318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509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1C85447-85F7-A50F-2E1E-5367D9ACD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4077" y="2193925"/>
            <a:ext cx="4694853" cy="1325563"/>
          </a:xfrm>
        </p:spPr>
        <p:txBody>
          <a:bodyPr>
            <a:normAutofit/>
          </a:bodyPr>
          <a:lstStyle/>
          <a:p>
            <a:pPr algn="ctr"/>
            <a:r>
              <a:rPr lang="it-IT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Dashboard</a:t>
            </a:r>
          </a:p>
        </p:txBody>
      </p:sp>
    </p:spTree>
    <p:extLst>
      <p:ext uri="{BB962C8B-B14F-4D97-AF65-F5344CB8AC3E}">
        <p14:creationId xmlns:p14="http://schemas.microsoft.com/office/powerpoint/2010/main" val="6473789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3AFF4719-DACF-05F7-5E8D-B016CAFE3C4C}"/>
              </a:ext>
            </a:extLst>
          </p:cNvPr>
          <p:cNvSpPr txBox="1"/>
          <p:nvPr/>
        </p:nvSpPr>
        <p:spPr>
          <a:xfrm>
            <a:off x="1298863" y="769896"/>
            <a:ext cx="6097554" cy="3693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2000" dirty="0"/>
              <a:t>Dashboard </a:t>
            </a:r>
            <a:r>
              <a:rPr lang="it-IT" sz="2000" dirty="0" err="1"/>
              <a:t>Overview</a:t>
            </a:r>
            <a:r>
              <a:rPr lang="it-IT" sz="2000" dirty="0"/>
              <a:t> – </a:t>
            </a:r>
            <a:r>
              <a:rPr lang="it-IT" sz="2000" dirty="0" err="1"/>
              <a:t>EverMart</a:t>
            </a:r>
            <a:endParaRPr lang="it-IT" sz="2000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DFBFAF57-28FF-4436-B50C-30479D84F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4505" y="1357155"/>
            <a:ext cx="6922989" cy="454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087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4D4BD6F-CA63-21F3-A65D-5BA95C90E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Valore del Dashboard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4E5882A-679E-F105-5489-811B55122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707428"/>
          </a:xfrm>
        </p:spPr>
        <p:txBody>
          <a:bodyPr>
            <a:normAutofit/>
          </a:bodyPr>
          <a:lstStyle/>
          <a:p>
            <a:pPr algn="just"/>
            <a:r>
              <a:rPr lang="it-IT" sz="2000" dirty="0"/>
              <a:t>Visione immediata delle performance aziendali</a:t>
            </a:r>
          </a:p>
          <a:p>
            <a:pPr algn="just"/>
            <a:r>
              <a:rPr lang="it-IT" sz="2000" dirty="0"/>
              <a:t>Analisi dettagliata del comportamento clienti</a:t>
            </a:r>
          </a:p>
          <a:p>
            <a:pPr algn="just"/>
            <a:r>
              <a:rPr lang="it-IT" sz="2000" dirty="0"/>
              <a:t>Identificazione delle aree geografiche più redditizie</a:t>
            </a:r>
          </a:p>
          <a:p>
            <a:pPr algn="just"/>
            <a:r>
              <a:rPr lang="it-IT" sz="2000" dirty="0"/>
              <a:t>Drill-</a:t>
            </a:r>
            <a:r>
              <a:rPr lang="it-IT" sz="2000" dirty="0" err="1"/>
              <a:t>through</a:t>
            </a:r>
            <a:r>
              <a:rPr lang="it-IT" sz="2000" dirty="0"/>
              <a:t> per analisi approfondita dei singoli prodotti</a:t>
            </a:r>
          </a:p>
          <a:p>
            <a:pPr algn="just"/>
            <a:r>
              <a:rPr lang="it-IT" sz="2000" dirty="0"/>
              <a:t>Strumento utile per decisioni strategiche e operative</a:t>
            </a:r>
          </a:p>
          <a:p>
            <a:pPr algn="just"/>
            <a:endParaRPr lang="it-IT" sz="2000" dirty="0"/>
          </a:p>
        </p:txBody>
      </p:sp>
    </p:spTree>
    <p:extLst>
      <p:ext uri="{BB962C8B-B14F-4D97-AF65-F5344CB8AC3E}">
        <p14:creationId xmlns:p14="http://schemas.microsoft.com/office/powerpoint/2010/main" val="40987183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D56EAB3-94A3-6519-CB23-BBE22F3DD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Conclusioni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1685AC0-C23D-17D9-C152-2127485AF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000" dirty="0"/>
              <a:t>Il report permette decisioni rapide e basate sui dati.</a:t>
            </a:r>
          </a:p>
          <a:p>
            <a:r>
              <a:rPr lang="it-IT" sz="2000" dirty="0"/>
              <a:t>La struttura modulare facilita aggiornamenti e nuove analisi</a:t>
            </a:r>
          </a:p>
          <a:p>
            <a:pPr marL="0" indent="0">
              <a:buNone/>
            </a:pPr>
            <a:endParaRPr lang="it-IT" b="1" dirty="0"/>
          </a:p>
          <a:p>
            <a:pPr marL="0" indent="0">
              <a:buNone/>
            </a:pPr>
            <a:r>
              <a:rPr lang="it-IT" sz="2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Possibili sviluppi:</a:t>
            </a:r>
          </a:p>
          <a:p>
            <a:r>
              <a:rPr lang="it-IT" sz="2000" dirty="0"/>
              <a:t>Automazione aggiornamento dati</a:t>
            </a:r>
          </a:p>
          <a:p>
            <a:r>
              <a:rPr lang="it-IT" sz="2000" dirty="0"/>
              <a:t>Previsioni con modelli statistici</a:t>
            </a:r>
          </a:p>
          <a:p>
            <a:r>
              <a:rPr lang="it-IT" sz="2000" dirty="0"/>
              <a:t>Dashboard mobile-friendly</a:t>
            </a:r>
          </a:p>
          <a:p>
            <a:r>
              <a:rPr lang="it-IT" sz="2000" dirty="0"/>
              <a:t>Integrazione Python/R per analisi avanzate</a:t>
            </a:r>
          </a:p>
          <a:p>
            <a:endParaRPr lang="it-IT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3875F2D-DAAD-93BB-79A1-F6CA1CE1E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Il report permette decisioni rapide e basate sui dati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74783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F62C5D5-AE76-6368-E192-80460A79E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7490" y="2333884"/>
            <a:ext cx="10515600" cy="1325563"/>
          </a:xfrm>
        </p:spPr>
        <p:txBody>
          <a:bodyPr/>
          <a:lstStyle/>
          <a:p>
            <a:pPr algn="ctr"/>
            <a:r>
              <a:rPr lang="es-CO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Grazie!</a:t>
            </a:r>
            <a:endParaRPr lang="it-IT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31404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287</Words>
  <Application>Microsoft Office PowerPoint</Application>
  <PresentationFormat>Widescreen</PresentationFormat>
  <Paragraphs>52</Paragraphs>
  <Slides>16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Tema di Office</vt:lpstr>
      <vt:lpstr>EverMart Online Shopping  Analisi Dati &amp; Dashboard Power BI</vt:lpstr>
      <vt:lpstr>Obiettivi e Scelte Progettuali</vt:lpstr>
      <vt:lpstr>Struttura del Report </vt:lpstr>
      <vt:lpstr>Ricavi – Overview </vt:lpstr>
      <vt:lpstr>Clienti – Comportamento </vt:lpstr>
      <vt:lpstr>Mappa Clienti </vt:lpstr>
      <vt:lpstr>Drill-through Prodotto </vt:lpstr>
      <vt:lpstr>Insight Principali</vt:lpstr>
      <vt:lpstr>Ricavi per Categoria</vt:lpstr>
      <vt:lpstr>Ricavi per Continente</vt:lpstr>
      <vt:lpstr>Top 10 Prodotti</vt:lpstr>
      <vt:lpstr>Dashboard</vt:lpstr>
      <vt:lpstr>Presentazione standard di PowerPoint</vt:lpstr>
      <vt:lpstr>Valore del Dashboard</vt:lpstr>
      <vt:lpstr>Conclusioni</vt:lpstr>
      <vt:lpstr>Grazie!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JHON EDWARD GAFARO NIETO</dc:creator>
  <cp:lastModifiedBy>JHON EDWARD GAFARO NIETO</cp:lastModifiedBy>
  <cp:revision>1</cp:revision>
  <dcterms:created xsi:type="dcterms:W3CDTF">2026-03-20T10:23:37Z</dcterms:created>
  <dcterms:modified xsi:type="dcterms:W3CDTF">2026-04-13T17:48:51Z</dcterms:modified>
</cp:coreProperties>
</file>